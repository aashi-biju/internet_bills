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1C7293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846320"/>
            <a:ext cx="3291840" cy="3291840"/>
          </a:xfrm>
          <a:prstGeom prst="ellipse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3317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FABRIC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the Fundamentals of the Unified Analytics Platform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3794760"/>
            <a:ext cx="822960" cy="54864"/>
          </a:xfrm>
          <a:prstGeom prst="rect">
            <a:avLst/>
          </a:prstGeom>
          <a:solidFill>
            <a:srgbClr val="5FCFB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&amp; AI Fundamentals Overview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34440" y="150876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Microsoft Fabric?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2199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21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2221992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Organizations Need It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935224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9352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935224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OneLake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648456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6484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3648456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Workloads &amp; Components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355080" y="15087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040880" y="150876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Fabric Works: End-to-End Flow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55080" y="222199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2221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040880" y="2221992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 Cases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355080" y="2935224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29352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40880" y="2935224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&amp; Key Takeaways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— Fundamentals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Microsoft Fabric?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1234440"/>
            <a:ext cx="6035040" cy="5349240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0020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is an end-to-end, unified, cloud-based analytics platform delivered as Software-as-a-Service (SaaS). It brings data integration, engineering, warehousing, data science, real-time intelligence, and business intelligence together under one roof.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352044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stitching together separate tools like Data Factory, Synapse, and Power BI, Fabric unifies them into one SaaS experience — all sitting on a single data lake foundation called OneLake.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5257800"/>
            <a:ext cx="50292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2578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May 2023  •  General Availability November 2023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183880" y="3063240"/>
            <a:ext cx="1737360" cy="173736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9" name="Text 7"/>
          <p:cNvSpPr/>
          <p:nvPr/>
        </p:nvSpPr>
        <p:spPr>
          <a:xfrm>
            <a:off x="8183880" y="306324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OneLake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83880" y="2029968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183880" y="202996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Factory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688478" y="2855214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9688478" y="2855214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688478" y="4505706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9688478" y="4505706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83880" y="5330952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183880" y="533095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679282" y="4505706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679282" y="4505706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Intelligence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679282" y="2855214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679282" y="2855214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— Fundamentals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Microsoft Fabric?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problems it was built to solve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2F6F8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31620" y="18745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53162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Silos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maintain separate lakes and tools, duplicating data and effort.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60020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2F6F8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57700" y="18745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45770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0" y="26517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Tools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0" y="301752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juggle disconnected products for ingestion, engineering, and BI.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160020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2F6F8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83780" y="18745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738378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83680" y="26517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Governance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301752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compliance are hard to enforce across many platforms.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326880" y="160020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2F6F8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09860" y="18745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1030986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509760" y="26517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Time-to-Insight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509760" y="301752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and copying data between systems delays decision-making.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25196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21295C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480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C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Fabric's Answer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4400" y="48463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SaaS platform, one copy of data in OneLake, unified security &amp; governance via Microsoft Purview, low-code and pro-code experiences side by side, and deep integration with Microsoft 365 and Copilot — so every persona works from the same data without moving or duplicating it.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— Fundamentals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OneLake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OneLake is the single, logical, tenant-wide data lake built on Azure Data Lake Storage (ADLS) Gen2. Every Fabric workload reads and writes to it automatically — think of it as "OneDrive for data."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798064"/>
            <a:ext cx="128016" cy="128016"/>
          </a:xfrm>
          <a:prstGeom prst="ellipse">
            <a:avLst/>
          </a:prstGeom>
          <a:solidFill>
            <a:srgbClr val="5FCFB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63347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copy of data, stored in open Delta Parquet format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364992"/>
            <a:ext cx="128016" cy="128016"/>
          </a:xfrm>
          <a:prstGeom prst="ellipse">
            <a:avLst/>
          </a:prstGeom>
          <a:solidFill>
            <a:srgbClr val="5FCFB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200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Shortcuts link to Azure, AWS, GCS or on-prem data — no duplication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931920"/>
            <a:ext cx="128016" cy="128016"/>
          </a:xfrm>
          <a:prstGeom prst="ellipse">
            <a:avLst/>
          </a:prstGeom>
          <a:solidFill>
            <a:srgbClr val="5FCFB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76732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engine (Spark, T-SQL, KQL, Power BI) reads the same files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498848"/>
            <a:ext cx="128016" cy="128016"/>
          </a:xfrm>
          <a:prstGeom prst="ellipse">
            <a:avLst/>
          </a:prstGeom>
          <a:solidFill>
            <a:srgbClr val="5FCFB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33425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by default within workspace &amp; tenant boundaries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234440"/>
            <a:ext cx="5486400" cy="1554480"/>
          </a:xfrm>
          <a:prstGeom prst="roundRect">
            <a:avLst>
              <a:gd name="adj" fmla="val 3529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23444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Experiences: Power BI, Data Factory, Data Engineering, Data Science, Data Warehouse, Real-Time Intelligence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26480" y="3017520"/>
            <a:ext cx="5486400" cy="1188720"/>
          </a:xfrm>
          <a:prstGeom prst="roundRect">
            <a:avLst>
              <a:gd name="adj" fmla="val 4615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301752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Engines: Spark, SQL, KQL, Analysis Services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0" y="4434840"/>
            <a:ext cx="5486400" cy="1188720"/>
          </a:xfrm>
          <a:prstGeom prst="roundRect">
            <a:avLst>
              <a:gd name="adj" fmla="val 4615"/>
            </a:avLst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443484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OneLake — Unified Storage (Delta Parquet, ADLS Gen2)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— Fundamentals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Workloads &amp; Components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2F6F8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2402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Factory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150+ connectors to ingest and orchestrate data pipelines at scale.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13716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2F6F8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16002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22402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0" y="260604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Spark-based notebooks and jobs to transform and prepare data.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38160" y="13716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2F6F8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66760" y="16002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22402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366760" y="260604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transactional SQL warehouse built on an open data format.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2F6F8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2062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463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77240" y="521208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workflows with built-in experiment tracking.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343400" y="397764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2F6F8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42062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48463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Intelligence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572000" y="521208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Ingest, analyze and act on streaming and event-based data.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138160" y="397764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2F6F8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66760" y="42062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8366760" y="48463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366760" y="521208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Rich, native reporting and visualization on top of the same data.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— Fundamentals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Fabric Works: End-to-End 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219456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0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11480" y="342900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Factory pipelines pull from 150+ sources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14600" y="2194560"/>
            <a:ext cx="274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88920" y="219456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2788920" y="2194560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651760" y="342900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 once in OneLake as Delta Parquet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2194560"/>
            <a:ext cx="274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029200" y="219456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2194560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92040" y="342900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&amp; SQL engines prep and model the data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95160" y="2194560"/>
            <a:ext cx="274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269480" y="219456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269480" y="2194560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32320" y="342900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Real-Time Intelligence generate insight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235440" y="2194560"/>
            <a:ext cx="274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509760" y="219456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9509760" y="2194560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372600" y="342900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reports reach business users instantly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5394960"/>
            <a:ext cx="10927080" cy="68580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53949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reads and writes the same copy of data in OneLake — no exports, no duplication.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— Fundamentals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Use Cases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2F6F8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4592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219456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 POS, e-commerce, and inventory data for real-time demand forecasting.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63640" y="141732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2F6F8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164592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0" y="219456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risk and transaction data for faster fraud detection and reporting.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2F6F8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11480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466344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together clinical and operational data for patient outcome analytics.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38862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2F6F8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411480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Manufacturing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466344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IoT sensor data for predictive maintenance and quality control.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— Fundamentals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Started &amp; Key Takeaways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1783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for a free Fabric trial capacity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50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24048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workspace and enable OneLake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072384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0723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302666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first Lakehouse or Warehouse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694176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6941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364845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Power BI to visualize instantly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1234440"/>
            <a:ext cx="18288" cy="4754880"/>
          </a:xfrm>
          <a:prstGeom prst="rect">
            <a:avLst/>
          </a:prstGeom>
          <a:solidFill>
            <a:srgbClr val="D9E2E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2801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0" y="1883664"/>
            <a:ext cx="128016" cy="128016"/>
          </a:xfrm>
          <a:prstGeom prst="ellipse">
            <a:avLst/>
          </a:prstGeom>
          <a:solidFill>
            <a:srgbClr val="5FCFB0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171907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unifies analytics into one SaaS platform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0" y="2505456"/>
            <a:ext cx="128016" cy="128016"/>
          </a:xfrm>
          <a:prstGeom prst="ellipse">
            <a:avLst/>
          </a:prstGeom>
          <a:solidFill>
            <a:srgbClr val="5FCFB0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2340864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OneLake removes silos with one copy of data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0" y="3127248"/>
            <a:ext cx="128016" cy="128016"/>
          </a:xfrm>
          <a:prstGeom prst="ellipse">
            <a:avLst/>
          </a:prstGeom>
          <a:solidFill>
            <a:srgbClr val="5FCFB0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296265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persona — engineer, scientist, analyst — works together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0" y="3749040"/>
            <a:ext cx="128016" cy="128016"/>
          </a:xfrm>
          <a:prstGeom prst="ellipse">
            <a:avLst/>
          </a:prstGeom>
          <a:solidFill>
            <a:srgbClr val="5FCFB0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0" y="358444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AI (Copilot) are built in, not bolted 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— Fundamentals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389120"/>
            <a:ext cx="3200400" cy="3200400"/>
          </a:xfrm>
          <a:prstGeom prst="ellipse">
            <a:avLst/>
          </a:prstGeom>
          <a:solidFill>
            <a:srgbClr val="1C7293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6517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5204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2026-07-26T09:29:01Z</dcterms:created>
  <dcterms:modified xsi:type="dcterms:W3CDTF">2026-07-26T09:29:01Z</dcterms:modified>
</cp:coreProperties>
</file>